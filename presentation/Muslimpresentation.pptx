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25319F-1845-4A00-9627-9BE37182CCDE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ED54-C818-4FAD-8B7C-0CF7C6447D9B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BF9B32-4BC6-4B29-B8B3-2C16F1688E5C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971328-D27D-4D97-9DB4-D857E925DB79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D8EC48-E2BD-4B56-8C09-0DEBEB95B265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86041-7408-4796-9CAA-212AA10815E5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4ACCEE-C9F4-4534-8712-E56B44FB9240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22EA2-C364-47D0-A62E-75BBC84C70AA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58B118-4622-456F-A39D-1E81E22834F3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057C0B-104C-40B7-ABAC-55300258FD7D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39A0F0-B160-4D78-AEFF-D8D3B4BF8485}" type="slidenum">
              <a:rPr b="0" lang="ru-RU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ru-RU" sz="6000" strike="noStrike" u="non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2" name="Picture 4" descr=""/>
          <p:cNvPicPr/>
          <p:nvPr/>
        </p:nvPicPr>
        <p:blipFill>
          <a:blip r:embed="rId1"/>
          <a:stretch/>
        </p:blipFill>
        <p:spPr>
          <a:xfrm>
            <a:off x="4680" y="0"/>
            <a:ext cx="121820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4" name="Content Placeholder 8" descr=""/>
          <p:cNvPicPr/>
          <p:nvPr/>
        </p:nvPicPr>
        <p:blipFill>
          <a:blip r:embed="rId1"/>
          <a:srcRect l="0" t="21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6" name="Content Placeholder 4" descr=""/>
          <p:cNvPicPr/>
          <p:nvPr/>
        </p:nvPicPr>
        <p:blipFill>
          <a:blip r:embed="rId1"/>
          <a:srcRect l="0" t="20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8" name="Content Placeholder 4" descr=""/>
          <p:cNvPicPr/>
          <p:nvPr/>
        </p:nvPicPr>
        <p:blipFill>
          <a:blip r:embed="rId1"/>
          <a:srcRect l="0" t="0" r="0" b="21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0" name="Content Placeholder 4" descr=""/>
          <p:cNvPicPr/>
          <p:nvPr/>
        </p:nvPicPr>
        <p:blipFill>
          <a:blip r:embed="rId1"/>
          <a:srcRect l="0" t="0" r="0" b="21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2" name="Content Placeholder 4" descr=""/>
          <p:cNvPicPr/>
          <p:nvPr/>
        </p:nvPicPr>
        <p:blipFill>
          <a:blip r:embed="rId1"/>
          <a:srcRect l="0" t="0" r="0" b="21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4" name="Content Placeholder 4" descr=""/>
          <p:cNvPicPr/>
          <p:nvPr/>
        </p:nvPicPr>
        <p:blipFill>
          <a:blip r:embed="rId1"/>
          <a:srcRect l="0" t="0" r="0" b="21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6" name="Content Placeholder 4" descr=""/>
          <p:cNvPicPr/>
          <p:nvPr/>
        </p:nvPicPr>
        <p:blipFill>
          <a:blip r:embed="rId1"/>
          <a:srcRect l="0" t="21" r="0" b="0"/>
          <a:stretch/>
        </p:blipFill>
        <p:spPr>
          <a:xfrm>
            <a:off x="0" y="14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2026-04-27T03:08:27Z</dcterms:created>
  <dc:creator>Эмир Сардарбеков</dc:creator>
  <dc:description/>
  <dc:language>en-US</dc:language>
  <cp:lastModifiedBy/>
  <dcterms:modified xsi:type="dcterms:W3CDTF">2026-06-20T01:22:26Z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